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CV-Extraction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D7D31"/>
                </a:solidFill>
              </a:defRPr>
            </a:pPr>
            <a:r>
              <a:t>Take-Home Case Study</a:t>
            </a:r>
            <a:br/>
            <a:br/>
            <a:r>
              <a:t>Author: Xiangy Peng | Date: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📋 Business Problem &amp; Use Case Definition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🏗️ Architecture &amp; Technology Stack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🤖 AI Extraction with Fallback Strategy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💾 Data Modeling &amp;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Storage, Testing &amp; Quality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⭐ Bonus Features (Separate Section)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🚀 Limitations &amp; Production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🎯 Hiring teams manually read and copy resume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Problem: Time-consuming, error-prone, inconsistent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Data needed: name, email, phone, skills, education, experience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Scale challenge: Thousands of resumes per season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Solution: Automated extraction + validation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Architecture: High-Level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1️⃣  PDF Input → PyMuPDF Text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2️⃣  OpenAI API (gpt-4o-mini) Structured JSON Parsing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3️⃣  Pydantic Validation &amp; Field Normalization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4️⃣  Confidence Scoring + Error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5️⃣  SQLite Storage + JSON Export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6️⃣  Streamlit UI + Ground Truth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Technology Stack (Why &amp; What)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🐍 Python 3.11: Fast iteration, strong data libraries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📄 PyMuPDF (fitz): Fast PDF text extraction for text-based CVs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🤖 OpenAI API: Flexible, accurate structured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✔️  Pydantic v2: Type-safe schema validation + field cleaning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🗄️  SQLite: Local persistence, zero setup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🎨 Streamlit: Interactive demo in minimal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AI Parsing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Primary Path: OpenAI → Strict JSON → Pydantic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Fallback Path: Heuristic regex parsing (no API dependency)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Prompt Design: Force JSON-only output, no markdown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Error Handling: Missing API key → fallback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Result: Robust extraction even under API failures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Prompt Engineering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5486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BASE_PROMPT = (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"Extract resume data and return ONLY JSON with 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"exact keys: name, email, phone, skills, education, 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"experience. Response must be valid JSON without 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"markdown or explanatory text."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• Forces structured output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• Reduces parsing ambiguity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• Prevents markdown fence issues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• Improves validation success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OpenAI Integration (src/extractor.py)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5486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response = _openai_client().chat.completions.create(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model=model,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response_format={"type": "json_object"},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messages=[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{"role": "system", "content": BASE_PROMPT},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{"role": "user", "content": f"Resume: {text}"},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],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data = _parse_openai_response(response)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resume = Resume(**data, raw_text=text)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Fallback: Heuristic Parser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5486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def extract_resume_from_text(text: str) -&gt; Resume: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lines = [clean_line(l) for l in text.splitlines()]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email = find_email(text) or "unknown@example.com"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phone = find_phone(text)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name = find_name(lines, email, phone)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skills = guess_skills(lines)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education = extract_section(lines, ["education"])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experience = extract_section(lines, ["experience"])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return Resume(name=name, email=email, ...)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Data Model with Validation (src/models.py)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5486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class Resume(BaseModel):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name: str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email: EmailStr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phone: Optional[str] = None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skills: List[str] = Field(default_factory=list)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education: List[str] = Field(default_factory=list)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experience: List[str] = Field(default_factory=list)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@field_validator("phone")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def normalize_phone(cls, value):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cleaned = PHONE_CLEAN.sub("", str(value))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return cleaned if len(cleaned) &gt;= 7 else None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Data Transformation &amp;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✏️  Name: Trim whitespace, require non-empty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📧 Email: Validate format using EmailStr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📞 Phone: Remove non-digits, keep + prefix (min 7 chars)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🏷️  Skills/Education/Experience: Split comma/semicolon/newline → lists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⭐ Confidence: Score based on field completeness + extraction source (LLM vs heuristic)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SQLite Storage (src/database.py)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5486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CREATE TABLE resumes(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id INTEGER PRIMARY KEY,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name TEXT NOT NULL,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email TEXT NOT NULL,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phone TEXT,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skills TEXT,        -- JSON array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education TEXT,     -- JSON array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experience TEXT,    -- JSON array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confidence REAL,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raw_json TEXT,      -- Full structured output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raw_text TEXT,      -- Original PDF text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created_at TEXT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Quality 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🎯 Compare extraction result vs ground truth JSON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📊 Field-level scores: name, email, phone, skills, education, experience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🔄 Scoring algorithm: Structural similarity + alias mapping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📈 Overall score: Average of all field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Result: &gt;0.8 = high quality, 0.5-0.8 = moderate, &lt;0.5 = 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Advanced Scoring (src/evaluation.py)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5486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def score_field(predicted, truth):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predicted_norm = _canonicalize(predicted)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truth_norm = _canonicalize(truth)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return _value_similarity(predicted_norm, truth_norm)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def _value_similarity(pred, truth):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if pred == truth: return 1.0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if isinstance(pred, dict): 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return avg([_value_similarity(pred[k], truth[k])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           for k in keys])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if isinstance(pred, list):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return _list_similarity(pred, truth)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# String similarity with 0.85 threshold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return SequenceMatcher(pred, truth).ratio()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Streamlit Demo UI (streamlit_app.py)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📤 Multi-file PDF upload with progress bar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📊 Results summary table (name, email, confidence, warnings)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🔍 Expandable detailed JSON 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⭐ Ground-truth evaluation panel with per-field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💾 Save to SQLite + JSON export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📋 Saved records viewer with history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Pipeline (src/pipeline.py)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5486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def process_document(pdf_path, save_db=False, 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            save_json=False):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result = extract_resume(str(pdf_path))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if result.resume: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if save_db: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    save_resume(result.resume)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if save_json: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    save_resume_json(result.resume)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return result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# Batch processing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def process_documents(paths, **kwargs):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return [process_document(p, **kwargs) 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       for p in paths]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Test Strategy (12 Passing Tests)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test_models.py: Resume validation + field normalization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test_extractor.py: Heuristic parsing on sample 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test_pipeline.py: 5-sample PDF batch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test_evaluation.py: Scoring logic + ground truth matching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📊 Coverage: Data model, extraction, pipeline, evaluation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🚀 CI-ready: All tests pass on each commit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D7D31"/>
                </a:solidFill>
              </a:defRPr>
            </a:pPr>
            <a:r>
              <a:t>⭐ BONUS FEATURES 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Bonus 1: Dockerization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5486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FROM python:3.11-slim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WORKDIR /app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COPY . 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RUN pip install -r requirements.txt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EXPOSE 8501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CMD ["streamlit", "run", "streamlit_app.py",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 "--server.address=0.0.0.0"]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# docker-compose.yml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services: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cv-extraction: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build: 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ports: ["8501:8501"]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env_file: [".env"]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  <a:r>
              <a:t>    volumes: [".:/app"]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44444"/>
                </a:solidFill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Bonus 2: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JSON-only output constraint (no markdown)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Exact key enforcement (name, email, phone, ...)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Tested on multiple resume formats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Fallback ensures no silent failures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Consistent structure reduces post-processing errors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Bonus 3: Extraction Evaluation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Ground truth loader (JSON format)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Field-level accuracy metrics (0.0-1.0 scale)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Structural similarity scoring (not just string match)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Unicode normalization + field alias mapping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Batch metric summarization for QA reporting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Bonus 4: Data Quality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Required fields validation (name, email)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Phone normalization (regex cleanup)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List parsing (comma/semicolon/newline separators)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Warnings + errors in UI for immediate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Confidence scoring for automated triage + manual 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Bonus 5: Interactive Demo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Batch file upload with progress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Summary table view + detail JSON expansion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Ground-truth evaluation with per-field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Save to SQLite + JSON export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History viewer for saved extractions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Bonus 6: Batch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Single orchestration for multiple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Parallel evaluation against ground truth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Aggregate metrics for quality reporting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Optional save flags for flexible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✅ Closer to real HR ingestion pipelines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Current 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📁 15 essential files (no bloat)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🧪 12 tests, 100% passing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📊 Average evaluation score: 0.90 (CV samples)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🚀 Deployment: Local, Docker, Cloud-ready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⏱️  Processing: ~2-5 seconds per resume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💾 Storage: SQLite + JSON exports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❌ No OCR for scanned PDFs (text-only requirement)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❌ LLM output non-deterministic (model behavior)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❌ SQLite local-only (not for multi-user production)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❌ Ground truth dataset limited (5 samples)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❌ No built-in authentication/audit logs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Production Upgrade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🔧 Add OCR branch (Tesseract or Azure Form Recognizer)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🔒 Deterministic extraction (temperature=0, seed)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📈 Replace SQLite with PostgreSQL/Cosmos DB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🎯 Extend evaluation dataset + CI quality gates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🔐 Add OAuth2, audit logs, REST APIs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☁️  Containerize for AWS/Azure/GCP deployment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CV-Extraction: Complete Take-Home Solution</a:t>
            </a:r>
            <a:br/>
            <a:br/>
            <a:r>
              <a:t>✓ End-to-end resume parsing pipeline</a:t>
            </a:r>
            <a:br/>
            <a:r>
              <a:t>✓ Robust AI + deterministic fallback</a:t>
            </a:r>
            <a:br/>
            <a:r>
              <a:t>✓ Validated data model + local persistence</a:t>
            </a:r>
            <a:br/>
            <a:r>
              <a:t>✓ Measurable quality via evaluation</a:t>
            </a:r>
            <a:br/>
            <a:r>
              <a:t>✓ Production-ready code &amp;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